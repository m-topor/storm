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</p:sldIdLst>
  <p:sldSz cx="13992225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3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028" y="1416983"/>
            <a:ext cx="10494169" cy="3014345"/>
          </a:xfrm>
        </p:spPr>
        <p:txBody>
          <a:bodyPr anchor="b"/>
          <a:lstStyle>
            <a:lvl1pPr algn="ctr">
              <a:defRPr sz="6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9028" y="4547573"/>
            <a:ext cx="10494169" cy="2090400"/>
          </a:xfrm>
        </p:spPr>
        <p:txBody>
          <a:bodyPr/>
          <a:lstStyle>
            <a:lvl1pPr marL="0" indent="0" algn="ctr">
              <a:buNone/>
              <a:defRPr sz="2754"/>
            </a:lvl1pPr>
            <a:lvl2pPr marL="524728" indent="0" algn="ctr">
              <a:buNone/>
              <a:defRPr sz="2295"/>
            </a:lvl2pPr>
            <a:lvl3pPr marL="1049457" indent="0" algn="ctr">
              <a:buNone/>
              <a:defRPr sz="2066"/>
            </a:lvl3pPr>
            <a:lvl4pPr marL="1574185" indent="0" algn="ctr">
              <a:buNone/>
              <a:defRPr sz="1836"/>
            </a:lvl4pPr>
            <a:lvl5pPr marL="2098914" indent="0" algn="ctr">
              <a:buNone/>
              <a:defRPr sz="1836"/>
            </a:lvl5pPr>
            <a:lvl6pPr marL="2623642" indent="0" algn="ctr">
              <a:buNone/>
              <a:defRPr sz="1836"/>
            </a:lvl6pPr>
            <a:lvl7pPr marL="3148371" indent="0" algn="ctr">
              <a:buNone/>
              <a:defRPr sz="1836"/>
            </a:lvl7pPr>
            <a:lvl8pPr marL="3673099" indent="0" algn="ctr">
              <a:buNone/>
              <a:defRPr sz="1836"/>
            </a:lvl8pPr>
            <a:lvl9pPr marL="4197828" indent="0" algn="ctr">
              <a:buNone/>
              <a:defRPr sz="18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0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1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78" y="2158545"/>
            <a:ext cx="12068294" cy="3601580"/>
          </a:xfrm>
        </p:spPr>
        <p:txBody>
          <a:bodyPr anchor="b"/>
          <a:lstStyle>
            <a:lvl1pPr>
              <a:defRPr sz="6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678" y="5794198"/>
            <a:ext cx="12068294" cy="1893986"/>
          </a:xfrm>
        </p:spPr>
        <p:txBody>
          <a:bodyPr/>
          <a:lstStyle>
            <a:lvl1pPr marL="0" indent="0">
              <a:buNone/>
              <a:defRPr sz="2754">
                <a:solidFill>
                  <a:schemeClr val="tx1">
                    <a:tint val="82000"/>
                  </a:schemeClr>
                </a:solidFill>
              </a:defRPr>
            </a:lvl1pPr>
            <a:lvl2pPr marL="524728" indent="0">
              <a:buNone/>
              <a:defRPr sz="2295">
                <a:solidFill>
                  <a:schemeClr val="tx1">
                    <a:tint val="82000"/>
                  </a:schemeClr>
                </a:solidFill>
              </a:defRPr>
            </a:lvl2pPr>
            <a:lvl3pPr marL="1049457" indent="0">
              <a:buNone/>
              <a:defRPr sz="2066">
                <a:solidFill>
                  <a:schemeClr val="tx1">
                    <a:tint val="82000"/>
                  </a:schemeClr>
                </a:solidFill>
              </a:defRPr>
            </a:lvl3pPr>
            <a:lvl4pPr marL="1574185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4pPr>
            <a:lvl5pPr marL="2098914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5pPr>
            <a:lvl6pPr marL="2623642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6pPr>
            <a:lvl7pPr marL="3148371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7pPr>
            <a:lvl8pPr marL="3673099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8pPr>
            <a:lvl9pPr marL="4197828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70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965" y="2304852"/>
            <a:ext cx="5946696" cy="549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3564" y="2304852"/>
            <a:ext cx="5946696" cy="549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7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8" y="460971"/>
            <a:ext cx="12068294" cy="16735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89" y="2122468"/>
            <a:ext cx="5919366" cy="1040189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789" y="3162657"/>
            <a:ext cx="5919366" cy="46517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3564" y="2122468"/>
            <a:ext cx="5948518" cy="1040189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3564" y="3162657"/>
            <a:ext cx="5948518" cy="46517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11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89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80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577215"/>
            <a:ext cx="4512856" cy="2020253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18" y="1246624"/>
            <a:ext cx="7083564" cy="6152952"/>
          </a:xfrm>
        </p:spPr>
        <p:txBody>
          <a:bodyPr/>
          <a:lstStyle>
            <a:lvl1pPr>
              <a:defRPr sz="3673"/>
            </a:lvl1pPr>
            <a:lvl2pPr>
              <a:defRPr sz="3214"/>
            </a:lvl2pPr>
            <a:lvl3pPr>
              <a:defRPr sz="2754"/>
            </a:lvl3pPr>
            <a:lvl4pPr>
              <a:defRPr sz="2295"/>
            </a:lvl4pPr>
            <a:lvl5pPr>
              <a:defRPr sz="2295"/>
            </a:lvl5pPr>
            <a:lvl6pPr>
              <a:defRPr sz="2295"/>
            </a:lvl6pPr>
            <a:lvl7pPr>
              <a:defRPr sz="2295"/>
            </a:lvl7pPr>
            <a:lvl8pPr>
              <a:defRPr sz="2295"/>
            </a:lvl8pPr>
            <a:lvl9pPr>
              <a:defRPr sz="22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597467"/>
            <a:ext cx="4512856" cy="4812130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0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577215"/>
            <a:ext cx="4512856" cy="2020253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8518" y="1246624"/>
            <a:ext cx="7083564" cy="6152952"/>
          </a:xfrm>
        </p:spPr>
        <p:txBody>
          <a:bodyPr anchor="t"/>
          <a:lstStyle>
            <a:lvl1pPr marL="0" indent="0">
              <a:buNone/>
              <a:defRPr sz="3673"/>
            </a:lvl1pPr>
            <a:lvl2pPr marL="524728" indent="0">
              <a:buNone/>
              <a:defRPr sz="3214"/>
            </a:lvl2pPr>
            <a:lvl3pPr marL="1049457" indent="0">
              <a:buNone/>
              <a:defRPr sz="2754"/>
            </a:lvl3pPr>
            <a:lvl4pPr marL="1574185" indent="0">
              <a:buNone/>
              <a:defRPr sz="2295"/>
            </a:lvl4pPr>
            <a:lvl5pPr marL="2098914" indent="0">
              <a:buNone/>
              <a:defRPr sz="2295"/>
            </a:lvl5pPr>
            <a:lvl6pPr marL="2623642" indent="0">
              <a:buNone/>
              <a:defRPr sz="2295"/>
            </a:lvl6pPr>
            <a:lvl7pPr marL="3148371" indent="0">
              <a:buNone/>
              <a:defRPr sz="2295"/>
            </a:lvl7pPr>
            <a:lvl8pPr marL="3673099" indent="0">
              <a:buNone/>
              <a:defRPr sz="2295"/>
            </a:lvl8pPr>
            <a:lvl9pPr marL="4197828" indent="0">
              <a:buNone/>
              <a:defRPr sz="22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597467"/>
            <a:ext cx="4512856" cy="4812130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8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47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3186" y="460971"/>
            <a:ext cx="3017074" cy="73374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965" y="460971"/>
            <a:ext cx="8876318" cy="73374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7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966" y="460971"/>
            <a:ext cx="12068294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66" y="2304852"/>
            <a:ext cx="12068294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965" y="8024893"/>
            <a:ext cx="3148251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67DC6-07BC-485E-BC97-79701F5A7D1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925" y="8024893"/>
            <a:ext cx="4722376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2009" y="8024893"/>
            <a:ext cx="3148251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40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9457" rtl="0" eaLnBrk="1" latinLnBrk="0" hangingPunct="1">
        <a:lnSpc>
          <a:spcPct val="90000"/>
        </a:lnSpc>
        <a:spcBef>
          <a:spcPct val="0"/>
        </a:spcBef>
        <a:buNone/>
        <a:defRPr sz="5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364" indent="-262364" algn="l" defTabSz="1049457" rtl="0" eaLnBrk="1" latinLnBrk="0" hangingPunct="1">
        <a:lnSpc>
          <a:spcPct val="90000"/>
        </a:lnSpc>
        <a:spcBef>
          <a:spcPts val="1148"/>
        </a:spcBef>
        <a:buFont typeface="Arial" panose="020B0604020202020204" pitchFamily="34" charset="0"/>
        <a:buChar char="•"/>
        <a:defRPr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78709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2pPr>
      <a:lvl3pPr marL="1311821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295" kern="1200">
          <a:solidFill>
            <a:schemeClr val="tx1"/>
          </a:solidFill>
          <a:latin typeface="+mn-lt"/>
          <a:ea typeface="+mn-ea"/>
          <a:cs typeface="+mn-cs"/>
        </a:defRPr>
      </a:lvl3pPr>
      <a:lvl4pPr marL="1836550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361278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886006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410735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93546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460192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1pPr>
      <a:lvl2pPr marL="5247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2pPr>
      <a:lvl3pPr marL="1049457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3pPr>
      <a:lvl4pPr marL="1574185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098914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623642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148371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673099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1978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7F688-3F7D-4C48-F4CD-E25A9839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1" r="19812" b="7023"/>
          <a:stretch>
            <a:fillRect/>
          </a:stretch>
        </p:blipFill>
        <p:spPr>
          <a:xfrm>
            <a:off x="784153" y="1956208"/>
            <a:ext cx="2964872" cy="2353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F5ACB2-DB2E-5BBD-2473-4F6D5A7A3B75}"/>
              </a:ext>
            </a:extLst>
          </p:cNvPr>
          <p:cNvSpPr txBox="1"/>
          <p:nvPr/>
        </p:nvSpPr>
        <p:spPr>
          <a:xfrm>
            <a:off x="86832" y="1513368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1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83AFC-4313-B676-5671-6142F2A4623C}"/>
              </a:ext>
            </a:extLst>
          </p:cNvPr>
          <p:cNvSpPr txBox="1"/>
          <p:nvPr/>
        </p:nvSpPr>
        <p:spPr>
          <a:xfrm>
            <a:off x="1603587" y="1552627"/>
            <a:ext cx="1789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Crisis Awareness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21785-3F43-4BAA-0E03-07EC8954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43" r="18397" b="4196"/>
          <a:stretch>
            <a:fillRect/>
          </a:stretch>
        </p:blipFill>
        <p:spPr>
          <a:xfrm>
            <a:off x="3936854" y="1961255"/>
            <a:ext cx="3059258" cy="2425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49C0E7-72E1-C76C-431A-39BE645BF260}"/>
              </a:ext>
            </a:extLst>
          </p:cNvPr>
          <p:cNvSpPr txBox="1"/>
          <p:nvPr/>
        </p:nvSpPr>
        <p:spPr>
          <a:xfrm>
            <a:off x="4044625" y="1549841"/>
            <a:ext cx="288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Learned About Open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BD469-909A-DEAF-E53C-7F4EF6A2D47B}"/>
              </a:ext>
            </a:extLst>
          </p:cNvPr>
          <p:cNvSpPr txBox="1"/>
          <p:nvPr/>
        </p:nvSpPr>
        <p:spPr>
          <a:xfrm rot="16200000">
            <a:off x="-357511" y="281003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Probability</a:t>
            </a:r>
            <a:endParaRPr lang="en-GB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5DFB7B-7482-9203-22F1-F587B0F8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5" b="3789"/>
          <a:stretch>
            <a:fillRect/>
          </a:stretch>
        </p:blipFill>
        <p:spPr>
          <a:xfrm>
            <a:off x="7274531" y="1956207"/>
            <a:ext cx="2964872" cy="2397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330C88-445E-BFD4-5407-3BDE5D796DD1}"/>
              </a:ext>
            </a:extLst>
          </p:cNvPr>
          <p:cNvSpPr txBox="1"/>
          <p:nvPr/>
        </p:nvSpPr>
        <p:spPr>
          <a:xfrm>
            <a:off x="7517044" y="1552627"/>
            <a:ext cx="2624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Can Explain Open Science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27461-2E6E-B081-F71B-AE189DEE1D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13" t="1" r="18223" b="5027"/>
          <a:stretch>
            <a:fillRect/>
          </a:stretch>
        </p:blipFill>
        <p:spPr>
          <a:xfrm>
            <a:off x="10545155" y="1965670"/>
            <a:ext cx="3059259" cy="2397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0D53B7-AC58-F886-7E8F-A0E439A56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5" t="46829" r="276" b="33287"/>
          <a:stretch>
            <a:fillRect/>
          </a:stretch>
        </p:blipFill>
        <p:spPr>
          <a:xfrm>
            <a:off x="184118" y="383408"/>
            <a:ext cx="1655546" cy="1055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717207-F6B6-64A5-0606-405DFB54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5" t="21092" r="276" b="58232"/>
          <a:stretch>
            <a:fillRect/>
          </a:stretch>
        </p:blipFill>
        <p:spPr>
          <a:xfrm>
            <a:off x="1275165" y="308127"/>
            <a:ext cx="1655546" cy="10980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A159CA-FD4A-0C35-832F-90FD917EE039}"/>
              </a:ext>
            </a:extLst>
          </p:cNvPr>
          <p:cNvSpPr txBox="1"/>
          <p:nvPr/>
        </p:nvSpPr>
        <p:spPr>
          <a:xfrm>
            <a:off x="512186" y="244993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ED2F7-474A-2796-D3CC-3F69B0B0D85B}"/>
              </a:ext>
            </a:extLst>
          </p:cNvPr>
          <p:cNvSpPr txBox="1"/>
          <p:nvPr/>
        </p:nvSpPr>
        <p:spPr>
          <a:xfrm>
            <a:off x="512186" y="314902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B715D-6EF8-EE92-F164-8E275E2FF70F}"/>
              </a:ext>
            </a:extLst>
          </p:cNvPr>
          <p:cNvSpPr txBox="1"/>
          <p:nvPr/>
        </p:nvSpPr>
        <p:spPr>
          <a:xfrm>
            <a:off x="512186" y="381645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FAEE2-47FA-710B-4825-B9D7378AC221}"/>
              </a:ext>
            </a:extLst>
          </p:cNvPr>
          <p:cNvSpPr txBox="1"/>
          <p:nvPr/>
        </p:nvSpPr>
        <p:spPr>
          <a:xfrm>
            <a:off x="3650123" y="206706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17F20-4E13-BA5C-E294-27AD7171A60A}"/>
              </a:ext>
            </a:extLst>
          </p:cNvPr>
          <p:cNvSpPr txBox="1"/>
          <p:nvPr/>
        </p:nvSpPr>
        <p:spPr>
          <a:xfrm>
            <a:off x="3651157" y="28108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FDD726-B71D-2594-679C-9C3432F0CEEF}"/>
              </a:ext>
            </a:extLst>
          </p:cNvPr>
          <p:cNvSpPr txBox="1"/>
          <p:nvPr/>
        </p:nvSpPr>
        <p:spPr>
          <a:xfrm>
            <a:off x="3644138" y="35175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6CBFA1-DEFD-88C6-EE22-7282BF589830}"/>
              </a:ext>
            </a:extLst>
          </p:cNvPr>
          <p:cNvSpPr txBox="1"/>
          <p:nvPr/>
        </p:nvSpPr>
        <p:spPr>
          <a:xfrm>
            <a:off x="6983698" y="21132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0E638-03FC-2606-EFBC-39A70107437E}"/>
              </a:ext>
            </a:extLst>
          </p:cNvPr>
          <p:cNvSpPr txBox="1"/>
          <p:nvPr/>
        </p:nvSpPr>
        <p:spPr>
          <a:xfrm>
            <a:off x="6983698" y="262617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82D552-B4F5-3A31-5B2D-0D200A7482C5}"/>
              </a:ext>
            </a:extLst>
          </p:cNvPr>
          <p:cNvSpPr txBox="1"/>
          <p:nvPr/>
        </p:nvSpPr>
        <p:spPr>
          <a:xfrm>
            <a:off x="6983698" y="317363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0.3</a:t>
            </a:r>
            <a:endParaRPr lang="en-GB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2ADB94-41EC-6931-F830-5F13541791F2}"/>
              </a:ext>
            </a:extLst>
          </p:cNvPr>
          <p:cNvSpPr txBox="1"/>
          <p:nvPr/>
        </p:nvSpPr>
        <p:spPr>
          <a:xfrm>
            <a:off x="6999300" y="365609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1D036D-5C3D-7D42-5B71-1B93696845A6}"/>
              </a:ext>
            </a:extLst>
          </p:cNvPr>
          <p:cNvSpPr txBox="1"/>
          <p:nvPr/>
        </p:nvSpPr>
        <p:spPr>
          <a:xfrm>
            <a:off x="10200641" y="2344059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0.95</a:t>
            </a:r>
            <a:endParaRPr lang="en-GB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79CC97-3786-3E7A-C27A-C87D6828F564}"/>
              </a:ext>
            </a:extLst>
          </p:cNvPr>
          <p:cNvSpPr txBox="1"/>
          <p:nvPr/>
        </p:nvSpPr>
        <p:spPr>
          <a:xfrm>
            <a:off x="10200641" y="3379097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0.85</a:t>
            </a:r>
            <a:endParaRPr lang="en-GB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496FA0-019C-0563-4E3C-1FE1A92898E6}"/>
              </a:ext>
            </a:extLst>
          </p:cNvPr>
          <p:cNvSpPr txBox="1"/>
          <p:nvPr/>
        </p:nvSpPr>
        <p:spPr>
          <a:xfrm>
            <a:off x="10293383" y="393309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E66C07-02A1-1630-B894-16D11A0F13DA}"/>
              </a:ext>
            </a:extLst>
          </p:cNvPr>
          <p:cNvSpPr txBox="1"/>
          <p:nvPr/>
        </p:nvSpPr>
        <p:spPr>
          <a:xfrm>
            <a:off x="10293383" y="285619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8FA2C-AB39-8235-B00D-BB16E7C6812A}"/>
              </a:ext>
            </a:extLst>
          </p:cNvPr>
          <p:cNvSpPr txBox="1"/>
          <p:nvPr/>
        </p:nvSpPr>
        <p:spPr>
          <a:xfrm>
            <a:off x="10545155" y="1544146"/>
            <a:ext cx="3196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Perceived Applicability of Issues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01001-6D53-42FE-FFEB-E1C443566EF6}"/>
              </a:ext>
            </a:extLst>
          </p:cNvPr>
          <p:cNvSpPr txBox="1"/>
          <p:nvPr/>
        </p:nvSpPr>
        <p:spPr>
          <a:xfrm>
            <a:off x="86831" y="4558579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2</a:t>
            </a:r>
            <a:endParaRPr lang="en-GB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53538D-F000-440B-CB46-3379E3F19D69}"/>
              </a:ext>
            </a:extLst>
          </p:cNvPr>
          <p:cNvSpPr txBox="1"/>
          <p:nvPr/>
        </p:nvSpPr>
        <p:spPr>
          <a:xfrm>
            <a:off x="811648" y="42033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27E3CD-146A-BC8F-7328-B5983B079EDE}"/>
              </a:ext>
            </a:extLst>
          </p:cNvPr>
          <p:cNvSpPr txBox="1"/>
          <p:nvPr/>
        </p:nvSpPr>
        <p:spPr>
          <a:xfrm>
            <a:off x="4013046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EBCDA9-39BA-0C44-AB6D-E1A72D873C07}"/>
              </a:ext>
            </a:extLst>
          </p:cNvPr>
          <p:cNvSpPr txBox="1"/>
          <p:nvPr/>
        </p:nvSpPr>
        <p:spPr>
          <a:xfrm>
            <a:off x="7316801" y="42500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25CC41-1636-7487-A970-328664AAA807}"/>
              </a:ext>
            </a:extLst>
          </p:cNvPr>
          <p:cNvSpPr txBox="1"/>
          <p:nvPr/>
        </p:nvSpPr>
        <p:spPr>
          <a:xfrm>
            <a:off x="10665782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D4FEAB-87D1-2F6D-BDEF-3860726CE3B4}"/>
              </a:ext>
            </a:extLst>
          </p:cNvPr>
          <p:cNvSpPr txBox="1"/>
          <p:nvPr/>
        </p:nvSpPr>
        <p:spPr>
          <a:xfrm>
            <a:off x="2102938" y="42154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D42B8A-2119-E433-AEDD-49127E0E01B7}"/>
              </a:ext>
            </a:extLst>
          </p:cNvPr>
          <p:cNvSpPr txBox="1"/>
          <p:nvPr/>
        </p:nvSpPr>
        <p:spPr>
          <a:xfrm>
            <a:off x="5262266" y="42482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0F0DDF-9DA2-91EB-17BC-F0B32CB403FD}"/>
              </a:ext>
            </a:extLst>
          </p:cNvPr>
          <p:cNvSpPr txBox="1"/>
          <p:nvPr/>
        </p:nvSpPr>
        <p:spPr>
          <a:xfrm>
            <a:off x="8590805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82F8BA-C12D-A7B0-C620-AC39B8F87CB3}"/>
              </a:ext>
            </a:extLst>
          </p:cNvPr>
          <p:cNvSpPr txBox="1"/>
          <p:nvPr/>
        </p:nvSpPr>
        <p:spPr>
          <a:xfrm>
            <a:off x="11913894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B99FF-B289-1409-3AB3-33F010DEC253}"/>
              </a:ext>
            </a:extLst>
          </p:cNvPr>
          <p:cNvSpPr txBox="1"/>
          <p:nvPr/>
        </p:nvSpPr>
        <p:spPr>
          <a:xfrm>
            <a:off x="3350967" y="42100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3EB208-B0A8-3CAA-4C44-C39E98D24785}"/>
              </a:ext>
            </a:extLst>
          </p:cNvPr>
          <p:cNvSpPr txBox="1"/>
          <p:nvPr/>
        </p:nvSpPr>
        <p:spPr>
          <a:xfrm>
            <a:off x="6576269" y="42482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8960B5-A7F7-14FD-9770-00180E75ED08}"/>
              </a:ext>
            </a:extLst>
          </p:cNvPr>
          <p:cNvSpPr txBox="1"/>
          <p:nvPr/>
        </p:nvSpPr>
        <p:spPr>
          <a:xfrm>
            <a:off x="988118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A997B5-1280-F953-D9C8-5C98CFE4DA28}"/>
              </a:ext>
            </a:extLst>
          </p:cNvPr>
          <p:cNvSpPr txBox="1"/>
          <p:nvPr/>
        </p:nvSpPr>
        <p:spPr>
          <a:xfrm>
            <a:off x="13180577" y="42479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DF4212-857C-61D1-E32F-3935519EC3A7}"/>
              </a:ext>
            </a:extLst>
          </p:cNvPr>
          <p:cNvSpPr txBox="1"/>
          <p:nvPr/>
        </p:nvSpPr>
        <p:spPr>
          <a:xfrm>
            <a:off x="2701382" y="420334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CA3DE1-0F38-BA0B-9F13-D98E4EF4E32A}"/>
              </a:ext>
            </a:extLst>
          </p:cNvPr>
          <p:cNvSpPr txBox="1"/>
          <p:nvPr/>
        </p:nvSpPr>
        <p:spPr>
          <a:xfrm>
            <a:off x="5924835" y="424987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1A6747-0398-EACD-37F0-141B5FF2D1FA}"/>
              </a:ext>
            </a:extLst>
          </p:cNvPr>
          <p:cNvSpPr txBox="1"/>
          <p:nvPr/>
        </p:nvSpPr>
        <p:spPr>
          <a:xfrm>
            <a:off x="922780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092FD7-2AD1-69D0-9111-CA7A09760E3F}"/>
              </a:ext>
            </a:extLst>
          </p:cNvPr>
          <p:cNvSpPr txBox="1"/>
          <p:nvPr/>
        </p:nvSpPr>
        <p:spPr>
          <a:xfrm>
            <a:off x="12540516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08ADBB-9B3B-23E3-C451-282F2E42A0A9}"/>
              </a:ext>
            </a:extLst>
          </p:cNvPr>
          <p:cNvSpPr txBox="1"/>
          <p:nvPr/>
        </p:nvSpPr>
        <p:spPr>
          <a:xfrm>
            <a:off x="1556272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ABDE36-BF37-CAB2-752E-3ADA65C4EE48}"/>
              </a:ext>
            </a:extLst>
          </p:cNvPr>
          <p:cNvSpPr txBox="1"/>
          <p:nvPr/>
        </p:nvSpPr>
        <p:spPr>
          <a:xfrm>
            <a:off x="7968109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27C382-1E06-807C-7E9A-F502D697F63B}"/>
              </a:ext>
            </a:extLst>
          </p:cNvPr>
          <p:cNvSpPr txBox="1"/>
          <p:nvPr/>
        </p:nvSpPr>
        <p:spPr>
          <a:xfrm>
            <a:off x="11355435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8DE78A-8AE4-61C8-71C6-67F5C5CBDBF0}"/>
              </a:ext>
            </a:extLst>
          </p:cNvPr>
          <p:cNvSpPr txBox="1"/>
          <p:nvPr/>
        </p:nvSpPr>
        <p:spPr>
          <a:xfrm>
            <a:off x="4610008" y="428158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EE55BE-FA0B-1E0E-0DE5-A5388FC4C447}"/>
              </a:ext>
            </a:extLst>
          </p:cNvPr>
          <p:cNvSpPr txBox="1"/>
          <p:nvPr/>
        </p:nvSpPr>
        <p:spPr>
          <a:xfrm>
            <a:off x="478402" y="272986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3054C1A-81B7-CF04-0C23-93717EE394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30" r="20345" b="6807"/>
          <a:stretch>
            <a:fillRect/>
          </a:stretch>
        </p:blipFill>
        <p:spPr>
          <a:xfrm>
            <a:off x="784153" y="5087509"/>
            <a:ext cx="2930654" cy="235282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3A48BEA-5835-9D76-9ABE-537543599706}"/>
              </a:ext>
            </a:extLst>
          </p:cNvPr>
          <p:cNvSpPr txBox="1"/>
          <p:nvPr/>
        </p:nvSpPr>
        <p:spPr>
          <a:xfrm rot="16200000">
            <a:off x="-357511" y="5770290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Probability</a:t>
            </a:r>
            <a:endParaRPr lang="en-GB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4C3AAC-9FC2-0797-B4DB-D49072EF5E6C}"/>
              </a:ext>
            </a:extLst>
          </p:cNvPr>
          <p:cNvSpPr txBox="1"/>
          <p:nvPr/>
        </p:nvSpPr>
        <p:spPr>
          <a:xfrm>
            <a:off x="512186" y="554423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5831A6-3DD1-AFC2-2517-4ED41E636F39}"/>
              </a:ext>
            </a:extLst>
          </p:cNvPr>
          <p:cNvSpPr txBox="1"/>
          <p:nvPr/>
        </p:nvSpPr>
        <p:spPr>
          <a:xfrm>
            <a:off x="512186" y="612542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C79707-6600-08C1-1688-2B96C05FAAF5}"/>
              </a:ext>
            </a:extLst>
          </p:cNvPr>
          <p:cNvSpPr txBox="1"/>
          <p:nvPr/>
        </p:nvSpPr>
        <p:spPr>
          <a:xfrm>
            <a:off x="500741" y="669796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B1D2B-76AC-A6BA-9656-A9A39299069F}"/>
              </a:ext>
            </a:extLst>
          </p:cNvPr>
          <p:cNvSpPr txBox="1"/>
          <p:nvPr/>
        </p:nvSpPr>
        <p:spPr>
          <a:xfrm>
            <a:off x="501505" y="508538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05A5C4A-54CC-D407-7CDC-1C6CC69DDB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51" b="3480"/>
          <a:stretch>
            <a:fillRect/>
          </a:stretch>
        </p:blipFill>
        <p:spPr>
          <a:xfrm>
            <a:off x="3959960" y="5075128"/>
            <a:ext cx="2964690" cy="240692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ADAECAA-6E44-06C9-C86B-B5523D87C226}"/>
              </a:ext>
            </a:extLst>
          </p:cNvPr>
          <p:cNvSpPr txBox="1"/>
          <p:nvPr/>
        </p:nvSpPr>
        <p:spPr>
          <a:xfrm>
            <a:off x="3673874" y="50513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BB5465-C1F6-9DD7-17AF-C6D0F0DB930B}"/>
              </a:ext>
            </a:extLst>
          </p:cNvPr>
          <p:cNvSpPr txBox="1"/>
          <p:nvPr/>
        </p:nvSpPr>
        <p:spPr>
          <a:xfrm>
            <a:off x="3673874" y="56569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DF98AC-849F-D005-CE9C-E3A63CA3BA74}"/>
              </a:ext>
            </a:extLst>
          </p:cNvPr>
          <p:cNvSpPr txBox="1"/>
          <p:nvPr/>
        </p:nvSpPr>
        <p:spPr>
          <a:xfrm>
            <a:off x="3689505" y="617347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1381DC-7FD3-FBE4-37FC-A65EA192402C}"/>
              </a:ext>
            </a:extLst>
          </p:cNvPr>
          <p:cNvSpPr txBox="1"/>
          <p:nvPr/>
        </p:nvSpPr>
        <p:spPr>
          <a:xfrm>
            <a:off x="3696301" y="673056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9E3CD23-10D1-76A1-076A-69F6DB60FB3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08" b="4483"/>
          <a:stretch>
            <a:fillRect/>
          </a:stretch>
        </p:blipFill>
        <p:spPr>
          <a:xfrm>
            <a:off x="7274531" y="5134575"/>
            <a:ext cx="2947749" cy="235991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C51850F-8EB4-1143-25DA-F66610206FCD}"/>
              </a:ext>
            </a:extLst>
          </p:cNvPr>
          <p:cNvSpPr txBox="1"/>
          <p:nvPr/>
        </p:nvSpPr>
        <p:spPr>
          <a:xfrm>
            <a:off x="6999300" y="593392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7917C2-314C-7EB0-B998-87EB76DCECE7}"/>
              </a:ext>
            </a:extLst>
          </p:cNvPr>
          <p:cNvSpPr txBox="1"/>
          <p:nvPr/>
        </p:nvSpPr>
        <p:spPr>
          <a:xfrm>
            <a:off x="6999300" y="666174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0.3</a:t>
            </a:r>
            <a:endParaRPr lang="en-GB" sz="1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B473A8-8926-A917-6BE0-DE19F2E5EEA1}"/>
              </a:ext>
            </a:extLst>
          </p:cNvPr>
          <p:cNvSpPr txBox="1"/>
          <p:nvPr/>
        </p:nvSpPr>
        <p:spPr>
          <a:xfrm>
            <a:off x="6999300" y="515051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2B0F7B-7A6E-A547-C8AC-AF8C7C3A2FF9}"/>
              </a:ext>
            </a:extLst>
          </p:cNvPr>
          <p:cNvSpPr txBox="1"/>
          <p:nvPr/>
        </p:nvSpPr>
        <p:spPr>
          <a:xfrm>
            <a:off x="6996112" y="552417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71E99E-90D1-BD24-26C8-92630A0C5626}"/>
              </a:ext>
            </a:extLst>
          </p:cNvPr>
          <p:cNvSpPr txBox="1"/>
          <p:nvPr/>
        </p:nvSpPr>
        <p:spPr>
          <a:xfrm>
            <a:off x="6996112" y="632570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88C257-36B1-EB36-3B4B-0CBC14A30E12}"/>
              </a:ext>
            </a:extLst>
          </p:cNvPr>
          <p:cNvSpPr txBox="1"/>
          <p:nvPr/>
        </p:nvSpPr>
        <p:spPr>
          <a:xfrm>
            <a:off x="6996112" y="711525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8AA005B8-44C3-3615-5EF1-C9D82790B3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322" r="18438" b="4876"/>
          <a:stretch>
            <a:fillRect/>
          </a:stretch>
        </p:blipFill>
        <p:spPr>
          <a:xfrm>
            <a:off x="10629226" y="5103305"/>
            <a:ext cx="3047960" cy="2444803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D4A0C5E-CAD8-5C69-B8FA-9BDFA2B62D70}"/>
              </a:ext>
            </a:extLst>
          </p:cNvPr>
          <p:cNvSpPr txBox="1"/>
          <p:nvPr/>
        </p:nvSpPr>
        <p:spPr>
          <a:xfrm>
            <a:off x="10344912" y="501705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1.0</a:t>
            </a:r>
            <a:endParaRPr lang="en-GB" sz="12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4B52E7-562E-9BA2-6732-62EFDBA93D3C}"/>
              </a:ext>
            </a:extLst>
          </p:cNvPr>
          <p:cNvSpPr txBox="1"/>
          <p:nvPr/>
        </p:nvSpPr>
        <p:spPr>
          <a:xfrm>
            <a:off x="10344912" y="561185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E7E87B-76B6-A350-A83F-A46609D607EE}"/>
              </a:ext>
            </a:extLst>
          </p:cNvPr>
          <p:cNvSpPr txBox="1"/>
          <p:nvPr/>
        </p:nvSpPr>
        <p:spPr>
          <a:xfrm>
            <a:off x="10344912" y="62639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59A7BC-5545-3F6B-F55B-8C9569E3A969}"/>
              </a:ext>
            </a:extLst>
          </p:cNvPr>
          <p:cNvSpPr txBox="1"/>
          <p:nvPr/>
        </p:nvSpPr>
        <p:spPr>
          <a:xfrm>
            <a:off x="10344912" y="688492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E9AAB4-ED8E-2088-2701-66B0972D1B6E}"/>
              </a:ext>
            </a:extLst>
          </p:cNvPr>
          <p:cNvSpPr txBox="1"/>
          <p:nvPr/>
        </p:nvSpPr>
        <p:spPr>
          <a:xfrm>
            <a:off x="811648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3F4142-CAB5-2151-E8CE-A3775A25B6C0}"/>
              </a:ext>
            </a:extLst>
          </p:cNvPr>
          <p:cNvSpPr txBox="1"/>
          <p:nvPr/>
        </p:nvSpPr>
        <p:spPr>
          <a:xfrm>
            <a:off x="4015925" y="73673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F42934-C842-E99C-FE5C-014A99B16AF3}"/>
              </a:ext>
            </a:extLst>
          </p:cNvPr>
          <p:cNvSpPr txBox="1"/>
          <p:nvPr/>
        </p:nvSpPr>
        <p:spPr>
          <a:xfrm>
            <a:off x="7308490" y="740431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1390FA-4461-BDD5-194F-1FC32E8D7211}"/>
              </a:ext>
            </a:extLst>
          </p:cNvPr>
          <p:cNvSpPr txBox="1"/>
          <p:nvPr/>
        </p:nvSpPr>
        <p:spPr>
          <a:xfrm>
            <a:off x="10665782" y="74431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F25B2B-7471-E617-D95A-240148AB4608}"/>
              </a:ext>
            </a:extLst>
          </p:cNvPr>
          <p:cNvSpPr txBox="1"/>
          <p:nvPr/>
        </p:nvSpPr>
        <p:spPr>
          <a:xfrm>
            <a:off x="2057965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8CADE8-F5D5-4D1F-E4DF-18EF1F4FFEEA}"/>
              </a:ext>
            </a:extLst>
          </p:cNvPr>
          <p:cNvSpPr txBox="1"/>
          <p:nvPr/>
        </p:nvSpPr>
        <p:spPr>
          <a:xfrm>
            <a:off x="523562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AEEC8E-5E63-2969-4C3D-DB5D66035C37}"/>
              </a:ext>
            </a:extLst>
          </p:cNvPr>
          <p:cNvSpPr txBox="1"/>
          <p:nvPr/>
        </p:nvSpPr>
        <p:spPr>
          <a:xfrm>
            <a:off x="857581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DB7708-4EB8-2327-2F0A-F21BDE34373C}"/>
              </a:ext>
            </a:extLst>
          </p:cNvPr>
          <p:cNvSpPr txBox="1"/>
          <p:nvPr/>
        </p:nvSpPr>
        <p:spPr>
          <a:xfrm>
            <a:off x="11971241" y="744033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52F402-A9E5-D1E2-9CE5-37FABB91843E}"/>
              </a:ext>
            </a:extLst>
          </p:cNvPr>
          <p:cNvSpPr txBox="1"/>
          <p:nvPr/>
        </p:nvSpPr>
        <p:spPr>
          <a:xfrm>
            <a:off x="3323400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9F8E001-AC26-9636-A3E7-B5F2CAE713EF}"/>
              </a:ext>
            </a:extLst>
          </p:cNvPr>
          <p:cNvSpPr txBox="1"/>
          <p:nvPr/>
        </p:nvSpPr>
        <p:spPr>
          <a:xfrm>
            <a:off x="6538486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49C927A-28FD-88CF-3332-EE724E43A8EC}"/>
              </a:ext>
            </a:extLst>
          </p:cNvPr>
          <p:cNvSpPr txBox="1"/>
          <p:nvPr/>
        </p:nvSpPr>
        <p:spPr>
          <a:xfrm>
            <a:off x="988118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10E0BBA-8074-5EBA-4C6F-C8A5D7BFFDB5}"/>
              </a:ext>
            </a:extLst>
          </p:cNvPr>
          <p:cNvSpPr txBox="1"/>
          <p:nvPr/>
        </p:nvSpPr>
        <p:spPr>
          <a:xfrm>
            <a:off x="13276700" y="744033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1BD8B0-C7AC-310A-A044-6AC41540D5C9}"/>
              </a:ext>
            </a:extLst>
          </p:cNvPr>
          <p:cNvSpPr txBox="1"/>
          <p:nvPr/>
        </p:nvSpPr>
        <p:spPr>
          <a:xfrm>
            <a:off x="2690537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5EE39B0-7074-349B-34B8-0687DE9643AE}"/>
              </a:ext>
            </a:extLst>
          </p:cNvPr>
          <p:cNvSpPr txBox="1"/>
          <p:nvPr/>
        </p:nvSpPr>
        <p:spPr>
          <a:xfrm>
            <a:off x="5896641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3C1819B-98E8-563F-397A-BD4DDA85D638}"/>
              </a:ext>
            </a:extLst>
          </p:cNvPr>
          <p:cNvSpPr txBox="1"/>
          <p:nvPr/>
        </p:nvSpPr>
        <p:spPr>
          <a:xfrm>
            <a:off x="9227807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F6642A-9780-5B5C-4803-B75229DA0D28}"/>
              </a:ext>
            </a:extLst>
          </p:cNvPr>
          <p:cNvSpPr txBox="1"/>
          <p:nvPr/>
        </p:nvSpPr>
        <p:spPr>
          <a:xfrm>
            <a:off x="12626417" y="74431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D5C4C1-3B0C-2548-2531-8163A2017E04}"/>
              </a:ext>
            </a:extLst>
          </p:cNvPr>
          <p:cNvSpPr txBox="1"/>
          <p:nvPr/>
        </p:nvSpPr>
        <p:spPr>
          <a:xfrm>
            <a:off x="1507841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AEE0E2-5DEF-0655-FEDF-7EFD28FD3E23}"/>
              </a:ext>
            </a:extLst>
          </p:cNvPr>
          <p:cNvSpPr txBox="1"/>
          <p:nvPr/>
        </p:nvSpPr>
        <p:spPr>
          <a:xfrm>
            <a:off x="4685498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C05323-DA7E-2E7D-1A7B-DA8C911B5A85}"/>
              </a:ext>
            </a:extLst>
          </p:cNvPr>
          <p:cNvSpPr txBox="1"/>
          <p:nvPr/>
        </p:nvSpPr>
        <p:spPr>
          <a:xfrm>
            <a:off x="8027463" y="74375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4CC2A6-C1A2-7FBF-0EE7-320F2A8306BE}"/>
              </a:ext>
            </a:extLst>
          </p:cNvPr>
          <p:cNvSpPr txBox="1"/>
          <p:nvPr/>
        </p:nvSpPr>
        <p:spPr>
          <a:xfrm>
            <a:off x="11341695" y="7471662"/>
            <a:ext cx="340709" cy="1975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6075099-1BE9-5EF6-6D5C-B58BA94D3B1F}"/>
              </a:ext>
            </a:extLst>
          </p:cNvPr>
          <p:cNvSpPr txBox="1"/>
          <p:nvPr/>
        </p:nvSpPr>
        <p:spPr>
          <a:xfrm>
            <a:off x="2120717" y="185072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A127C81-8812-4888-244B-E89C819CB536}"/>
              </a:ext>
            </a:extLst>
          </p:cNvPr>
          <p:cNvSpPr txBox="1"/>
          <p:nvPr/>
        </p:nvSpPr>
        <p:spPr>
          <a:xfrm>
            <a:off x="512186" y="246057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12C785-C186-7C94-A4D6-C369D2DF59CE}"/>
              </a:ext>
            </a:extLst>
          </p:cNvPr>
          <p:cNvSpPr txBox="1"/>
          <p:nvPr/>
        </p:nvSpPr>
        <p:spPr>
          <a:xfrm>
            <a:off x="11840905" y="1793666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A114A7-C1E4-140E-DE8B-A627E76F0C1A}"/>
              </a:ext>
            </a:extLst>
          </p:cNvPr>
          <p:cNvSpPr txBox="1"/>
          <p:nvPr/>
        </p:nvSpPr>
        <p:spPr>
          <a:xfrm>
            <a:off x="2102938" y="490520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8C87E05-D12B-F7FC-C930-49A778F50B6E}"/>
              </a:ext>
            </a:extLst>
          </p:cNvPr>
          <p:cNvSpPr txBox="1"/>
          <p:nvPr/>
        </p:nvSpPr>
        <p:spPr>
          <a:xfrm>
            <a:off x="2992309" y="66619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24492D-8342-0E38-CCDD-073C47273837}"/>
              </a:ext>
            </a:extLst>
          </p:cNvPr>
          <p:cNvSpPr txBox="1"/>
          <p:nvPr/>
        </p:nvSpPr>
        <p:spPr>
          <a:xfrm>
            <a:off x="3316695" y="670585"/>
            <a:ext cx="2119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Significant interaction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37299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019-B0E0-5EF9-73DA-5E129C14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226">
            <a:extLst>
              <a:ext uri="{FF2B5EF4-FFF2-40B4-BE49-F238E27FC236}">
                <a16:creationId xmlns:a16="http://schemas.microsoft.com/office/drawing/2014/main" id="{9FAD01CB-9D4B-573F-2083-7C0C1CFD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61" r="18938" b="7544"/>
          <a:stretch>
            <a:fillRect/>
          </a:stretch>
        </p:blipFill>
        <p:spPr>
          <a:xfrm>
            <a:off x="3981675" y="5075864"/>
            <a:ext cx="3002485" cy="237964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AADF4C9B-0FD2-59B6-442F-BB29605A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5" r="18925" b="7335"/>
          <a:stretch>
            <a:fillRect/>
          </a:stretch>
        </p:blipFill>
        <p:spPr>
          <a:xfrm>
            <a:off x="770317" y="5045785"/>
            <a:ext cx="3038653" cy="2393761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E2D3143B-AA1D-8EE0-8022-1DC1CAB8B9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68" r="18679" b="6307"/>
          <a:stretch>
            <a:fillRect/>
          </a:stretch>
        </p:blipFill>
        <p:spPr>
          <a:xfrm>
            <a:off x="10597403" y="5115545"/>
            <a:ext cx="3060948" cy="2427267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4DEB5DA7-5E9C-3132-0E82-F27672F0E7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3" b="4901"/>
          <a:stretch>
            <a:fillRect/>
          </a:stretch>
        </p:blipFill>
        <p:spPr>
          <a:xfrm>
            <a:off x="7271977" y="5100859"/>
            <a:ext cx="2971989" cy="2372696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7C72197B-E0B8-F07D-B913-3AA3DC5593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68" b="3315"/>
          <a:stretch>
            <a:fillRect/>
          </a:stretch>
        </p:blipFill>
        <p:spPr>
          <a:xfrm>
            <a:off x="10582203" y="1934405"/>
            <a:ext cx="3027248" cy="244206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B7C77430-1CCE-73E2-9261-433D6787ED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352" r="17464" b="6867"/>
          <a:stretch>
            <a:fillRect/>
          </a:stretch>
        </p:blipFill>
        <p:spPr>
          <a:xfrm>
            <a:off x="7289967" y="1963057"/>
            <a:ext cx="3080167" cy="2403007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F9E49679-4423-0776-2980-D5A1C664AE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074" r="17297" b="5904"/>
          <a:stretch>
            <a:fillRect/>
          </a:stretch>
        </p:blipFill>
        <p:spPr>
          <a:xfrm>
            <a:off x="3950843" y="1959323"/>
            <a:ext cx="3098670" cy="2427267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1C034B15-D02C-70AC-8EF7-38C76EBC078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075" r="18921" b="7124"/>
          <a:stretch>
            <a:fillRect/>
          </a:stretch>
        </p:blipFill>
        <p:spPr>
          <a:xfrm>
            <a:off x="786761" y="1938944"/>
            <a:ext cx="3038652" cy="2403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8E802-4E04-A803-B3BC-21D2F97EF21C}"/>
              </a:ext>
            </a:extLst>
          </p:cNvPr>
          <p:cNvSpPr txBox="1"/>
          <p:nvPr/>
        </p:nvSpPr>
        <p:spPr>
          <a:xfrm>
            <a:off x="86832" y="1513368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1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94EC0-A816-8E82-BB21-54FFF4494453}"/>
              </a:ext>
            </a:extLst>
          </p:cNvPr>
          <p:cNvSpPr txBox="1"/>
          <p:nvPr/>
        </p:nvSpPr>
        <p:spPr>
          <a:xfrm>
            <a:off x="1368896" y="1541145"/>
            <a:ext cx="2334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Conceptual Perception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61B6B-4D6E-6141-84D3-2FB5E4EE7276}"/>
              </a:ext>
            </a:extLst>
          </p:cNvPr>
          <p:cNvSpPr txBox="1"/>
          <p:nvPr/>
        </p:nvSpPr>
        <p:spPr>
          <a:xfrm>
            <a:off x="4473065" y="1552627"/>
            <a:ext cx="2263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Situational Perception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24ED6-8108-6961-3817-31A312797662}"/>
              </a:ext>
            </a:extLst>
          </p:cNvPr>
          <p:cNvSpPr txBox="1"/>
          <p:nvPr/>
        </p:nvSpPr>
        <p:spPr>
          <a:xfrm rot="16200000">
            <a:off x="-596004" y="2810031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Expected Value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898E1B-B652-100C-9831-76772EC5B6A8}"/>
              </a:ext>
            </a:extLst>
          </p:cNvPr>
          <p:cNvSpPr txBox="1"/>
          <p:nvPr/>
        </p:nvSpPr>
        <p:spPr>
          <a:xfrm>
            <a:off x="8387632" y="1552627"/>
            <a:ext cx="1207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Awareness</a:t>
            </a:r>
            <a:endParaRPr lang="en-GB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30B402-A83F-D9F1-0E9E-7684EF687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515" t="46829" r="276" b="33287"/>
          <a:stretch>
            <a:fillRect/>
          </a:stretch>
        </p:blipFill>
        <p:spPr>
          <a:xfrm>
            <a:off x="184118" y="383408"/>
            <a:ext cx="1655546" cy="1055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F8B514-02B4-9311-C915-B94161475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515" t="21092" r="276" b="58232"/>
          <a:stretch>
            <a:fillRect/>
          </a:stretch>
        </p:blipFill>
        <p:spPr>
          <a:xfrm>
            <a:off x="1275165" y="308127"/>
            <a:ext cx="1655546" cy="10980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9B4F49-DC01-7B1E-C997-0786A92E726C}"/>
              </a:ext>
            </a:extLst>
          </p:cNvPr>
          <p:cNvSpPr txBox="1"/>
          <p:nvPr/>
        </p:nvSpPr>
        <p:spPr>
          <a:xfrm>
            <a:off x="500741" y="26125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0CF08B-946E-7DE8-DFB7-D2A426AB49DE}"/>
              </a:ext>
            </a:extLst>
          </p:cNvPr>
          <p:cNvSpPr txBox="1"/>
          <p:nvPr/>
        </p:nvSpPr>
        <p:spPr>
          <a:xfrm>
            <a:off x="500741" y="332447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E7CF14-E1E8-F612-EF42-D3EBE0177DBF}"/>
              </a:ext>
            </a:extLst>
          </p:cNvPr>
          <p:cNvSpPr txBox="1"/>
          <p:nvPr/>
        </p:nvSpPr>
        <p:spPr>
          <a:xfrm>
            <a:off x="499170" y="405010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11BF87-5D67-356E-A11E-58B333051F3F}"/>
              </a:ext>
            </a:extLst>
          </p:cNvPr>
          <p:cNvSpPr txBox="1"/>
          <p:nvPr/>
        </p:nvSpPr>
        <p:spPr>
          <a:xfrm>
            <a:off x="3673766" y="252477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1F984-C834-20C6-26F5-B88094829F04}"/>
              </a:ext>
            </a:extLst>
          </p:cNvPr>
          <p:cNvSpPr txBox="1"/>
          <p:nvPr/>
        </p:nvSpPr>
        <p:spPr>
          <a:xfrm>
            <a:off x="3663775" y="325842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508FC3-7CC5-B5F3-39A5-9A7E1BF32138}"/>
              </a:ext>
            </a:extLst>
          </p:cNvPr>
          <p:cNvSpPr txBox="1"/>
          <p:nvPr/>
        </p:nvSpPr>
        <p:spPr>
          <a:xfrm>
            <a:off x="3691983" y="396249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98277-0BBE-E07D-2B5D-96A979BD072F}"/>
              </a:ext>
            </a:extLst>
          </p:cNvPr>
          <p:cNvSpPr txBox="1"/>
          <p:nvPr/>
        </p:nvSpPr>
        <p:spPr>
          <a:xfrm>
            <a:off x="7008437" y="193763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5.5</a:t>
            </a:r>
            <a:endParaRPr lang="en-GB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9ECEA5-7B1B-4E63-8242-EAECD6955222}"/>
              </a:ext>
            </a:extLst>
          </p:cNvPr>
          <p:cNvSpPr txBox="1"/>
          <p:nvPr/>
        </p:nvSpPr>
        <p:spPr>
          <a:xfrm>
            <a:off x="6996112" y="24958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5.0</a:t>
            </a:r>
            <a:endParaRPr lang="en-GB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E9D7AA-7D15-43A4-FDFE-D63EAF2C70EA}"/>
              </a:ext>
            </a:extLst>
          </p:cNvPr>
          <p:cNvSpPr txBox="1"/>
          <p:nvPr/>
        </p:nvSpPr>
        <p:spPr>
          <a:xfrm>
            <a:off x="6996112" y="302126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4.5</a:t>
            </a:r>
            <a:endParaRPr lang="en-GB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CC3BF1-9202-843D-0CA7-FE4A04B9A862}"/>
              </a:ext>
            </a:extLst>
          </p:cNvPr>
          <p:cNvSpPr txBox="1"/>
          <p:nvPr/>
        </p:nvSpPr>
        <p:spPr>
          <a:xfrm>
            <a:off x="6996714" y="358616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4.0</a:t>
            </a:r>
            <a:endParaRPr lang="en-GB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7D9E03-E12D-7E97-E6E7-950032B33435}"/>
              </a:ext>
            </a:extLst>
          </p:cNvPr>
          <p:cNvSpPr txBox="1"/>
          <p:nvPr/>
        </p:nvSpPr>
        <p:spPr>
          <a:xfrm>
            <a:off x="10233780" y="2073435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3.0</a:t>
            </a:r>
            <a:endParaRPr lang="en-GB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A33A84-EB9F-0AA6-63AF-D503B226DDA3}"/>
              </a:ext>
            </a:extLst>
          </p:cNvPr>
          <p:cNvSpPr txBox="1"/>
          <p:nvPr/>
        </p:nvSpPr>
        <p:spPr>
          <a:xfrm>
            <a:off x="10235663" y="3119926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2.4</a:t>
            </a:r>
            <a:endParaRPr lang="en-GB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38F863-252B-78E5-40B2-5B7548A9045B}"/>
              </a:ext>
            </a:extLst>
          </p:cNvPr>
          <p:cNvSpPr txBox="1"/>
          <p:nvPr/>
        </p:nvSpPr>
        <p:spPr>
          <a:xfrm>
            <a:off x="10313669" y="36411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2.1</a:t>
            </a:r>
            <a:endParaRPr lang="en-GB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E418F0-2E51-ECB1-D82E-9EE33F48EBE2}"/>
              </a:ext>
            </a:extLst>
          </p:cNvPr>
          <p:cNvSpPr txBox="1"/>
          <p:nvPr/>
        </p:nvSpPr>
        <p:spPr>
          <a:xfrm>
            <a:off x="10313669" y="25961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2.7</a:t>
            </a:r>
            <a:endParaRPr lang="en-GB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06371-4BC0-8E77-F592-CD25FF80D413}"/>
              </a:ext>
            </a:extLst>
          </p:cNvPr>
          <p:cNvSpPr txBox="1"/>
          <p:nvPr/>
        </p:nvSpPr>
        <p:spPr>
          <a:xfrm>
            <a:off x="11540698" y="154515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Experience</a:t>
            </a:r>
            <a:endParaRPr lang="en-GB" sz="1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1BB467-E178-CCB1-EE2F-B7367AB162AD}"/>
              </a:ext>
            </a:extLst>
          </p:cNvPr>
          <p:cNvSpPr txBox="1"/>
          <p:nvPr/>
        </p:nvSpPr>
        <p:spPr>
          <a:xfrm>
            <a:off x="86831" y="4558579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2</a:t>
            </a:r>
            <a:endParaRPr lang="en-GB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634DF-D953-D527-7412-A7E931DCF258}"/>
              </a:ext>
            </a:extLst>
          </p:cNvPr>
          <p:cNvSpPr txBox="1"/>
          <p:nvPr/>
        </p:nvSpPr>
        <p:spPr>
          <a:xfrm>
            <a:off x="857305" y="422495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DEFBB6-08F2-E8B1-4001-F5EE7DE59788}"/>
              </a:ext>
            </a:extLst>
          </p:cNvPr>
          <p:cNvSpPr txBox="1"/>
          <p:nvPr/>
        </p:nvSpPr>
        <p:spPr>
          <a:xfrm>
            <a:off x="4013046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3BB657-47AF-4199-A3A2-4D70C75E5402}"/>
              </a:ext>
            </a:extLst>
          </p:cNvPr>
          <p:cNvSpPr txBox="1"/>
          <p:nvPr/>
        </p:nvSpPr>
        <p:spPr>
          <a:xfrm>
            <a:off x="7316801" y="42500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F6A58A-B07E-86FD-5F91-532A4EB0593E}"/>
              </a:ext>
            </a:extLst>
          </p:cNvPr>
          <p:cNvSpPr txBox="1"/>
          <p:nvPr/>
        </p:nvSpPr>
        <p:spPr>
          <a:xfrm>
            <a:off x="10665782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FE561B-02C9-EE08-7B75-B53047EE92D5}"/>
              </a:ext>
            </a:extLst>
          </p:cNvPr>
          <p:cNvSpPr txBox="1"/>
          <p:nvPr/>
        </p:nvSpPr>
        <p:spPr>
          <a:xfrm>
            <a:off x="2125701" y="423060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96F771-1B02-88A7-E856-01C782E56226}"/>
              </a:ext>
            </a:extLst>
          </p:cNvPr>
          <p:cNvSpPr txBox="1"/>
          <p:nvPr/>
        </p:nvSpPr>
        <p:spPr>
          <a:xfrm>
            <a:off x="5262266" y="42482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C50267-FB0D-F759-CF1A-A3AB7EA01CC3}"/>
              </a:ext>
            </a:extLst>
          </p:cNvPr>
          <p:cNvSpPr txBox="1"/>
          <p:nvPr/>
        </p:nvSpPr>
        <p:spPr>
          <a:xfrm>
            <a:off x="8629807" y="424998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D25E0-A88F-A96C-4BD8-9E9A3F2E1A42}"/>
              </a:ext>
            </a:extLst>
          </p:cNvPr>
          <p:cNvSpPr txBox="1"/>
          <p:nvPr/>
        </p:nvSpPr>
        <p:spPr>
          <a:xfrm>
            <a:off x="11971241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AD4BC6-5247-4051-F0D1-143928DA4063}"/>
              </a:ext>
            </a:extLst>
          </p:cNvPr>
          <p:cNvSpPr txBox="1"/>
          <p:nvPr/>
        </p:nvSpPr>
        <p:spPr>
          <a:xfrm>
            <a:off x="3412820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A93078-3EC0-8FB4-5407-0286938450D6}"/>
              </a:ext>
            </a:extLst>
          </p:cNvPr>
          <p:cNvSpPr txBox="1"/>
          <p:nvPr/>
        </p:nvSpPr>
        <p:spPr>
          <a:xfrm>
            <a:off x="6576269" y="42482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21D8DF-FE4A-CB16-6E10-1ED0A65CC510}"/>
              </a:ext>
            </a:extLst>
          </p:cNvPr>
          <p:cNvSpPr txBox="1"/>
          <p:nvPr/>
        </p:nvSpPr>
        <p:spPr>
          <a:xfrm>
            <a:off x="988118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58CBE9-DF0C-6EA8-4EB0-8387E786D812}"/>
              </a:ext>
            </a:extLst>
          </p:cNvPr>
          <p:cNvSpPr txBox="1"/>
          <p:nvPr/>
        </p:nvSpPr>
        <p:spPr>
          <a:xfrm>
            <a:off x="13243093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D85802-038F-19D2-81C5-3405A2E5C056}"/>
              </a:ext>
            </a:extLst>
          </p:cNvPr>
          <p:cNvSpPr txBox="1"/>
          <p:nvPr/>
        </p:nvSpPr>
        <p:spPr>
          <a:xfrm>
            <a:off x="2768867" y="423797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C9ECF7-4C5F-69E1-277C-9723FFA20870}"/>
              </a:ext>
            </a:extLst>
          </p:cNvPr>
          <p:cNvSpPr txBox="1"/>
          <p:nvPr/>
        </p:nvSpPr>
        <p:spPr>
          <a:xfrm>
            <a:off x="5924835" y="424987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2CF16-7A2F-688B-F95B-44D831EB6156}"/>
              </a:ext>
            </a:extLst>
          </p:cNvPr>
          <p:cNvSpPr txBox="1"/>
          <p:nvPr/>
        </p:nvSpPr>
        <p:spPr>
          <a:xfrm>
            <a:off x="9247308" y="423797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D2EA21-9128-06C7-04EA-09DC098801B9}"/>
              </a:ext>
            </a:extLst>
          </p:cNvPr>
          <p:cNvSpPr txBox="1"/>
          <p:nvPr/>
        </p:nvSpPr>
        <p:spPr>
          <a:xfrm>
            <a:off x="12614910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7D21DA-1A9E-626E-8C00-7AC1B843EA82}"/>
              </a:ext>
            </a:extLst>
          </p:cNvPr>
          <p:cNvSpPr txBox="1"/>
          <p:nvPr/>
        </p:nvSpPr>
        <p:spPr>
          <a:xfrm>
            <a:off x="1556272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05B1B9-5AC9-B4BB-7B2D-A390049FE388}"/>
              </a:ext>
            </a:extLst>
          </p:cNvPr>
          <p:cNvSpPr txBox="1"/>
          <p:nvPr/>
        </p:nvSpPr>
        <p:spPr>
          <a:xfrm>
            <a:off x="7968109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F20A4E-4901-3FF9-CDE1-B1853EC4A157}"/>
              </a:ext>
            </a:extLst>
          </p:cNvPr>
          <p:cNvSpPr txBox="1"/>
          <p:nvPr/>
        </p:nvSpPr>
        <p:spPr>
          <a:xfrm>
            <a:off x="11355435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B82A91-7E07-AB89-CBD2-E479394392BE}"/>
              </a:ext>
            </a:extLst>
          </p:cNvPr>
          <p:cNvSpPr txBox="1"/>
          <p:nvPr/>
        </p:nvSpPr>
        <p:spPr>
          <a:xfrm>
            <a:off x="4610008" y="428158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E1D7D-457A-5775-94BC-586DC8010BFD}"/>
              </a:ext>
            </a:extLst>
          </p:cNvPr>
          <p:cNvSpPr txBox="1"/>
          <p:nvPr/>
        </p:nvSpPr>
        <p:spPr>
          <a:xfrm rot="16200000">
            <a:off x="-582630" y="5965508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Expected Value</a:t>
            </a:r>
            <a:endParaRPr lang="en-GB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117F8C-BDA1-9628-0134-919A82698BC0}"/>
              </a:ext>
            </a:extLst>
          </p:cNvPr>
          <p:cNvSpPr txBox="1"/>
          <p:nvPr/>
        </p:nvSpPr>
        <p:spPr>
          <a:xfrm>
            <a:off x="499170" y="495562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B4918E-E68B-874A-4E6D-AAF1A9AADBC9}"/>
              </a:ext>
            </a:extLst>
          </p:cNvPr>
          <p:cNvSpPr txBox="1"/>
          <p:nvPr/>
        </p:nvSpPr>
        <p:spPr>
          <a:xfrm>
            <a:off x="500485" y="580820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B48A5B-E782-C9A4-4924-8E2C65206B5A}"/>
              </a:ext>
            </a:extLst>
          </p:cNvPr>
          <p:cNvSpPr txBox="1"/>
          <p:nvPr/>
        </p:nvSpPr>
        <p:spPr>
          <a:xfrm>
            <a:off x="502565" y="663213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BD1534-8D86-B7EF-D3AE-F5318EA73CF5}"/>
              </a:ext>
            </a:extLst>
          </p:cNvPr>
          <p:cNvSpPr txBox="1"/>
          <p:nvPr/>
        </p:nvSpPr>
        <p:spPr>
          <a:xfrm>
            <a:off x="3685334" y="499397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AF0587-0EA7-6FE6-C5BD-68FABFFF1E66}"/>
              </a:ext>
            </a:extLst>
          </p:cNvPr>
          <p:cNvSpPr txBox="1"/>
          <p:nvPr/>
        </p:nvSpPr>
        <p:spPr>
          <a:xfrm>
            <a:off x="3685334" y="566970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BDCFC0-D797-FE16-D618-21A3943B292D}"/>
              </a:ext>
            </a:extLst>
          </p:cNvPr>
          <p:cNvSpPr txBox="1"/>
          <p:nvPr/>
        </p:nvSpPr>
        <p:spPr>
          <a:xfrm>
            <a:off x="3703766" y="634638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0ED56E-1D0F-4312-D624-34A0B8B682E0}"/>
              </a:ext>
            </a:extLst>
          </p:cNvPr>
          <p:cNvSpPr txBox="1"/>
          <p:nvPr/>
        </p:nvSpPr>
        <p:spPr>
          <a:xfrm>
            <a:off x="3703766" y="700216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A26099-3E19-90D9-AE2B-82A83DF68E22}"/>
              </a:ext>
            </a:extLst>
          </p:cNvPr>
          <p:cNvSpPr txBox="1"/>
          <p:nvPr/>
        </p:nvSpPr>
        <p:spPr>
          <a:xfrm>
            <a:off x="6999300" y="515051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6.0</a:t>
            </a:r>
            <a:endParaRPr lang="en-GB" sz="12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A35F46-B6EF-8AAD-1CA2-A82009F90CF3}"/>
              </a:ext>
            </a:extLst>
          </p:cNvPr>
          <p:cNvSpPr txBox="1"/>
          <p:nvPr/>
        </p:nvSpPr>
        <p:spPr>
          <a:xfrm>
            <a:off x="10326523" y="506497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3.0</a:t>
            </a:r>
            <a:endParaRPr lang="en-GB" sz="12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471DA6-D01B-C3A1-2978-1F73C0C73AF0}"/>
              </a:ext>
            </a:extLst>
          </p:cNvPr>
          <p:cNvSpPr txBox="1"/>
          <p:nvPr/>
        </p:nvSpPr>
        <p:spPr>
          <a:xfrm>
            <a:off x="10324305" y="570472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2.5</a:t>
            </a:r>
            <a:endParaRPr lang="en-GB" sz="12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753481-A944-F15B-EA39-6BEBC2233D7D}"/>
              </a:ext>
            </a:extLst>
          </p:cNvPr>
          <p:cNvSpPr txBox="1"/>
          <p:nvPr/>
        </p:nvSpPr>
        <p:spPr>
          <a:xfrm>
            <a:off x="10333810" y="63576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2.0</a:t>
            </a:r>
            <a:endParaRPr lang="en-GB" sz="12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23CE1F-2144-CE5A-DF7B-FE5822D96FFB}"/>
              </a:ext>
            </a:extLst>
          </p:cNvPr>
          <p:cNvSpPr txBox="1"/>
          <p:nvPr/>
        </p:nvSpPr>
        <p:spPr>
          <a:xfrm>
            <a:off x="10324305" y="698721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1.5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97F16A-FCCA-9031-002B-E726342C7046}"/>
              </a:ext>
            </a:extLst>
          </p:cNvPr>
          <p:cNvSpPr txBox="1"/>
          <p:nvPr/>
        </p:nvSpPr>
        <p:spPr>
          <a:xfrm>
            <a:off x="832447" y="733505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4E733D-AEFD-131E-2A3A-D7C447A238B0}"/>
              </a:ext>
            </a:extLst>
          </p:cNvPr>
          <p:cNvSpPr txBox="1"/>
          <p:nvPr/>
        </p:nvSpPr>
        <p:spPr>
          <a:xfrm>
            <a:off x="4051391" y="736000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EE91D3-28FB-63DF-3B53-AE0D80E9CA73}"/>
              </a:ext>
            </a:extLst>
          </p:cNvPr>
          <p:cNvSpPr txBox="1"/>
          <p:nvPr/>
        </p:nvSpPr>
        <p:spPr>
          <a:xfrm>
            <a:off x="7330542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1BA102-68BC-C51F-5430-DBFB50C1FC8C}"/>
              </a:ext>
            </a:extLst>
          </p:cNvPr>
          <p:cNvSpPr txBox="1"/>
          <p:nvPr/>
        </p:nvSpPr>
        <p:spPr>
          <a:xfrm>
            <a:off x="1067755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14AC3FC-6AD4-D127-3443-B7FBF29F90E0}"/>
              </a:ext>
            </a:extLst>
          </p:cNvPr>
          <p:cNvSpPr txBox="1"/>
          <p:nvPr/>
        </p:nvSpPr>
        <p:spPr>
          <a:xfrm>
            <a:off x="2093727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CA7619-7CE5-BF13-DA68-D33F853A2429}"/>
              </a:ext>
            </a:extLst>
          </p:cNvPr>
          <p:cNvSpPr txBox="1"/>
          <p:nvPr/>
        </p:nvSpPr>
        <p:spPr>
          <a:xfrm>
            <a:off x="5316641" y="737003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662522-E06D-368A-E0A5-69F1A0B9125B}"/>
              </a:ext>
            </a:extLst>
          </p:cNvPr>
          <p:cNvSpPr txBox="1"/>
          <p:nvPr/>
        </p:nvSpPr>
        <p:spPr>
          <a:xfrm>
            <a:off x="857581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F045AF-DD22-92BE-D001-CE3C49509B19}"/>
              </a:ext>
            </a:extLst>
          </p:cNvPr>
          <p:cNvSpPr txBox="1"/>
          <p:nvPr/>
        </p:nvSpPr>
        <p:spPr>
          <a:xfrm>
            <a:off x="11971241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079CB5-DBF5-14C7-D9CE-08B7AA8856DB}"/>
              </a:ext>
            </a:extLst>
          </p:cNvPr>
          <p:cNvSpPr txBox="1"/>
          <p:nvPr/>
        </p:nvSpPr>
        <p:spPr>
          <a:xfrm>
            <a:off x="3371052" y="734738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BDCB212-87D1-AE17-C166-E5F2315042B0}"/>
              </a:ext>
            </a:extLst>
          </p:cNvPr>
          <p:cNvSpPr txBox="1"/>
          <p:nvPr/>
        </p:nvSpPr>
        <p:spPr>
          <a:xfrm>
            <a:off x="6584309" y="737003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41AB4A-68C0-2FA3-7871-D2269B9F69CF}"/>
              </a:ext>
            </a:extLst>
          </p:cNvPr>
          <p:cNvSpPr txBox="1"/>
          <p:nvPr/>
        </p:nvSpPr>
        <p:spPr>
          <a:xfrm>
            <a:off x="988118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1A9FBF-E7D1-3F7A-0196-8208F5615432}"/>
              </a:ext>
            </a:extLst>
          </p:cNvPr>
          <p:cNvSpPr txBox="1"/>
          <p:nvPr/>
        </p:nvSpPr>
        <p:spPr>
          <a:xfrm>
            <a:off x="13264925" y="74059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85F46DB-6EF1-BA3A-A454-6512A7B2F0AD}"/>
              </a:ext>
            </a:extLst>
          </p:cNvPr>
          <p:cNvSpPr txBox="1"/>
          <p:nvPr/>
        </p:nvSpPr>
        <p:spPr>
          <a:xfrm>
            <a:off x="2724210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04CC7E-DD80-CFDF-D9F3-7FF0FDA23417}"/>
              </a:ext>
            </a:extLst>
          </p:cNvPr>
          <p:cNvSpPr txBox="1"/>
          <p:nvPr/>
        </p:nvSpPr>
        <p:spPr>
          <a:xfrm>
            <a:off x="5943503" y="736953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40DD120-B232-E649-1C8D-FE2D54B9BC71}"/>
              </a:ext>
            </a:extLst>
          </p:cNvPr>
          <p:cNvSpPr txBox="1"/>
          <p:nvPr/>
        </p:nvSpPr>
        <p:spPr>
          <a:xfrm>
            <a:off x="9227807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EFE183A-B80B-00F3-FB08-14FDB96AE5CC}"/>
              </a:ext>
            </a:extLst>
          </p:cNvPr>
          <p:cNvSpPr txBox="1"/>
          <p:nvPr/>
        </p:nvSpPr>
        <p:spPr>
          <a:xfrm>
            <a:off x="12623970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7D7AB27-0DF1-7E3C-7E97-B400E31E6232}"/>
              </a:ext>
            </a:extLst>
          </p:cNvPr>
          <p:cNvSpPr txBox="1"/>
          <p:nvPr/>
        </p:nvSpPr>
        <p:spPr>
          <a:xfrm>
            <a:off x="1507841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7CC10E5-87A7-A264-89B2-5CA1807321F4}"/>
              </a:ext>
            </a:extLst>
          </p:cNvPr>
          <p:cNvSpPr txBox="1"/>
          <p:nvPr/>
        </p:nvSpPr>
        <p:spPr>
          <a:xfrm>
            <a:off x="4685498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74655D-E246-91D0-8A02-86DB0DD8B3CF}"/>
              </a:ext>
            </a:extLst>
          </p:cNvPr>
          <p:cNvSpPr txBox="1"/>
          <p:nvPr/>
        </p:nvSpPr>
        <p:spPr>
          <a:xfrm>
            <a:off x="8027463" y="74375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2BCCD7-7A48-CBC1-CB85-87866B3DB7D6}"/>
              </a:ext>
            </a:extLst>
          </p:cNvPr>
          <p:cNvSpPr txBox="1"/>
          <p:nvPr/>
        </p:nvSpPr>
        <p:spPr>
          <a:xfrm>
            <a:off x="11333932" y="7424607"/>
            <a:ext cx="340709" cy="1975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6B6CF41-75BC-BBD3-9323-D07A8B50EF7F}"/>
              </a:ext>
            </a:extLst>
          </p:cNvPr>
          <p:cNvSpPr txBox="1"/>
          <p:nvPr/>
        </p:nvSpPr>
        <p:spPr>
          <a:xfrm>
            <a:off x="500741" y="190968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9039077-B683-669E-7487-F3B32E86818D}"/>
              </a:ext>
            </a:extLst>
          </p:cNvPr>
          <p:cNvSpPr txBox="1"/>
          <p:nvPr/>
        </p:nvSpPr>
        <p:spPr>
          <a:xfrm>
            <a:off x="2992309" y="66619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AE3CCC-8C49-318F-46F2-1C1366212E7C}"/>
              </a:ext>
            </a:extLst>
          </p:cNvPr>
          <p:cNvSpPr txBox="1"/>
          <p:nvPr/>
        </p:nvSpPr>
        <p:spPr>
          <a:xfrm>
            <a:off x="3316695" y="670585"/>
            <a:ext cx="2119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/>
              <a:t>Significant interaction</a:t>
            </a:r>
            <a:endParaRPr lang="en-GB" sz="16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58F27FB-4549-F876-E60D-FC30F0F72C1D}"/>
              </a:ext>
            </a:extLst>
          </p:cNvPr>
          <p:cNvSpPr txBox="1"/>
          <p:nvPr/>
        </p:nvSpPr>
        <p:spPr>
          <a:xfrm>
            <a:off x="3673766" y="189193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7377ADA-1C3A-E07D-3028-C0AF2CA88BE4}"/>
              </a:ext>
            </a:extLst>
          </p:cNvPr>
          <p:cNvSpPr txBox="1"/>
          <p:nvPr/>
        </p:nvSpPr>
        <p:spPr>
          <a:xfrm>
            <a:off x="5299935" y="181182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2EE2A89-391A-2A28-2D63-8A34F66DA36A}"/>
              </a:ext>
            </a:extLst>
          </p:cNvPr>
          <p:cNvSpPr txBox="1"/>
          <p:nvPr/>
        </p:nvSpPr>
        <p:spPr>
          <a:xfrm>
            <a:off x="8763235" y="181656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D6FCF0-9790-AF6C-D791-C3DAF6BFA771}"/>
              </a:ext>
            </a:extLst>
          </p:cNvPr>
          <p:cNvSpPr txBox="1"/>
          <p:nvPr/>
        </p:nvSpPr>
        <p:spPr>
          <a:xfrm>
            <a:off x="6976755" y="60473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5.0</a:t>
            </a:r>
            <a:endParaRPr lang="en-GB" sz="12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89700D9-88F2-C33F-4D8C-46D54B140643}"/>
              </a:ext>
            </a:extLst>
          </p:cNvPr>
          <p:cNvSpPr txBox="1"/>
          <p:nvPr/>
        </p:nvSpPr>
        <p:spPr>
          <a:xfrm>
            <a:off x="6976755" y="697286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4.0</a:t>
            </a:r>
            <a:endParaRPr lang="en-GB" sz="1200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DD55CD2-895B-34F5-F05B-C62E972368A1}"/>
              </a:ext>
            </a:extLst>
          </p:cNvPr>
          <p:cNvSpPr txBox="1"/>
          <p:nvPr/>
        </p:nvSpPr>
        <p:spPr>
          <a:xfrm>
            <a:off x="492765" y="54140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2902A42-C276-26BC-99B3-8653FA679F36}"/>
              </a:ext>
            </a:extLst>
          </p:cNvPr>
          <p:cNvSpPr txBox="1"/>
          <p:nvPr/>
        </p:nvSpPr>
        <p:spPr>
          <a:xfrm>
            <a:off x="499170" y="621580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D0713C0-9ECA-8211-D29E-C39D1EE4DE1F}"/>
              </a:ext>
            </a:extLst>
          </p:cNvPr>
          <p:cNvSpPr txBox="1"/>
          <p:nvPr/>
        </p:nvSpPr>
        <p:spPr>
          <a:xfrm>
            <a:off x="495655" y="716328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829DC6-0B5B-DEFC-49C5-C3525758BA5D}"/>
              </a:ext>
            </a:extLst>
          </p:cNvPr>
          <p:cNvSpPr txBox="1"/>
          <p:nvPr/>
        </p:nvSpPr>
        <p:spPr>
          <a:xfrm>
            <a:off x="6990259" y="567795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6C173A4-70A5-73B3-1AAA-E331C1651879}"/>
              </a:ext>
            </a:extLst>
          </p:cNvPr>
          <p:cNvSpPr txBox="1"/>
          <p:nvPr/>
        </p:nvSpPr>
        <p:spPr>
          <a:xfrm>
            <a:off x="6976755" y="65607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E26206-3AE3-22F1-0B53-83ADB6DD58D4}"/>
              </a:ext>
            </a:extLst>
          </p:cNvPr>
          <p:cNvSpPr txBox="1"/>
          <p:nvPr/>
        </p:nvSpPr>
        <p:spPr>
          <a:xfrm>
            <a:off x="5312344" y="487086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0327CE0-FA27-425A-8B78-5B3D1960B9E0}"/>
              </a:ext>
            </a:extLst>
          </p:cNvPr>
          <p:cNvSpPr txBox="1"/>
          <p:nvPr/>
        </p:nvSpPr>
        <p:spPr>
          <a:xfrm>
            <a:off x="2183112" y="485955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ED4D8D5-6DEA-3536-0468-48797B17776D}"/>
              </a:ext>
            </a:extLst>
          </p:cNvPr>
          <p:cNvSpPr txBox="1"/>
          <p:nvPr/>
        </p:nvSpPr>
        <p:spPr>
          <a:xfrm>
            <a:off x="11971241" y="482491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5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</TotalTime>
  <Words>171</Words>
  <Application>Microsoft Office PowerPoint</Application>
  <PresentationFormat>Custom</PresentationFormat>
  <Paragraphs>151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Topor</dc:creator>
  <cp:lastModifiedBy>Marta Topor</cp:lastModifiedBy>
  <cp:revision>1</cp:revision>
  <dcterms:created xsi:type="dcterms:W3CDTF">2026-03-15T18:56:02Z</dcterms:created>
  <dcterms:modified xsi:type="dcterms:W3CDTF">2026-03-16T02:07:27Z</dcterms:modified>
</cp:coreProperties>
</file>